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33D6C6"/>
                </a:solidFill>
                <a:latin typeface="Consolas"/>
              </a:rPr>
              <a:t>RETENTION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EEF3F5"/>
                </a:solidFill>
                <a:latin typeface="Segoe UI Semibold"/>
              </a:rPr>
              <a:t>All Features,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11880"/>
            <a:ext cx="8534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AABAC2"/>
                </a:solidFill>
                <a:latin typeface="Segoe UI"/>
              </a:rPr>
              <a:t>From a raw CSV to a governed, tool-calling AI assistant — every phase, every file, every guardrail.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4434840"/>
            <a:ext cx="396209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6C7E87"/>
                </a:solidFill>
                <a:latin typeface="Consolas"/>
              </a:rPr>
              <a:t>IBM / Telco Customer Churn dataset · 7,043 customers · 8 phases · Phases 1–8 all implemented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SYSTEM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One pipeline, eight phases, one API surface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09447" y="187451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1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Python 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Clean the raw CSV once, everywhere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8367" y="187451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2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Database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Staging → curated MySQL + risk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87451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3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FastAPI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Every capability as one callable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6207" y="187451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4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React UI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Support-agent &amp; exec dashboard, 5 tabs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406907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5875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5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Data Eng.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Repeatable, quality-gated, orchestrated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367" y="406907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5875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6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ML Models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Trained, explainable, batch-scored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406907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5875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7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Claude Audit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Finds &amp; fixes a real inference bug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6207" y="4069079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5875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PHASE 8</a:t>
            </a:r>
          </a:p>
          <a:p>
            <a:r>
              <a:rPr sz="1700" b="1">
                <a:solidFill>
                  <a:srgbClr val="EEF3F5"/>
                </a:solidFill>
                <a:latin typeface="Segoe UI Semibold"/>
              </a:rPr>
              <a:t>AI Assistant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AABAC2"/>
                </a:solidFill>
                <a:latin typeface="Segoe UI"/>
              </a:rPr>
              <a:t>Tool-calling layer, evaluated &amp; hardened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1 — PYTHON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Turning a messy CRM export into a trustworthy DataFrame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Two real data problems, fixed once: </a:t>
            </a:r>
            <a:r>
              <a:rPr sz="1450">
                <a:solidFill>
                  <a:srgbClr val="AABAC2"/>
                </a:solidFill>
                <a:latin typeface="Segoe UI"/>
              </a:rPr>
              <a:t>`TotalCharges` arrives as text with 11 blank cells (tenure = 0 customers not yet billed), and every Yes/No column needs to become 1/0.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`CustomerCleaner` class: </a:t>
            </a:r>
            <a:r>
              <a:rPr sz="1450">
                <a:solidFill>
                  <a:srgbClr val="AABAC2"/>
                </a:solidFill>
                <a:latin typeface="Segoe UI"/>
              </a:rPr>
              <a:t>one entry point, `clean()`, runs four steps in order — `standard()` snake_cases columns, `total_cha()` coerces charges to numeric, `normal()` maps Yes/No → 1/0, `null_handler()` fills blanks with that row's monthly charge.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Reused everywhere: </a:t>
            </a:r>
            <a:r>
              <a:rPr sz="1450">
                <a:solidFill>
                  <a:srgbClr val="AABAC2"/>
                </a:solidFill>
                <a:latin typeface="Segoe UI"/>
              </a:rPr>
              <a:t>imported by the DB loader, the DE pipeline notebooks, and training — one implementation, never re-derived.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Canonical pipeline script: </a:t>
            </a:r>
            <a:r>
              <a:rPr sz="1450">
                <a:solidFill>
                  <a:srgbClr val="AABAC2"/>
                </a:solidFill>
                <a:latin typeface="Segoe UI"/>
              </a:rPr>
              <a:t>`customer_pipeline.py` resolves paths relative to itself, writes a rotating log, and asserts no nulls in `monthly_charges` and churn is strictly 0/1 before saving.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4282135" cy="4206240"/>
          </a:xfrm>
          <a:prstGeom prst="roundRect">
            <a:avLst>
              <a:gd name="adj" fmla="val 4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94F5EA"/>
                </a:solidFill>
                <a:latin typeface="Consolas"/>
              </a:rPr>
              <a:t>customer_cleaner.py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class CustomerCleaner: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def __init__(self, df):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    self.df = df.copy()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def clean(self):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    self.standard()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    self.total_cha()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    self.normal()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    self.null_handler()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     return self.df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2 — DATABASE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A staging → curated MySQL schema, not a flat CSV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2237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Table / View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stg_customer_raw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Landing zone — exact CSV shape, every column VARCHAR, untouched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stg_telco_customer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Typed, cleaned customer table (ORM class Customer) — GET /customers/{id} reads this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ingestion_log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Audit row per load: source file, row count, LOADED/REJECTED status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dim_contract / dim_payment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Lookup dimensions — one row per distinct value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fact_customer_account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Curated fact table: tenure, charges, churn_flag, joined by surrogate key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v_high_risk_customers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SQL view: month-to-month + tenure&lt;12 + above-average charges (rule-based, not ML)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21208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C7E87"/>
                </a:solidFill>
                <a:latin typeface="Segoe UI"/>
              </a:rPr>
              <a:t>SQLAlchemy ORM used two ways: declarative Base/Column models (tables3.py) for SQL3, and every API read goes through a SessionLocal() session rather than a raw connection.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3 — FASTAPI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One service, every capability as a REST endpoint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3327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63040"/>
                <a:gridCol w="6035040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Purpose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/customers/{id}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Single customer profile, 404 if unknown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/customers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Full customer list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/customers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POST 🔒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Create — requires X-API-Key header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/customers/{id}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PATCH 🔒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Partial update — requires X-API-Key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/customers/{id}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DELETE 🔒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Delete — requires X-API-Key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/customers/high-risk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Reads v_high_risk_customers, filterable by limit/min_tenure/max_tenure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/churn/summary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Executive KPIs: totals, churn rate, breakdown by contract &amp; internet service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/predict-churn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Live model risk score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/assistant/chat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Phase 8: tool-calling Claude assistant turn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49224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C7E87"/>
                </a:solidFill>
                <a:latin typeface="Segoe UI"/>
              </a:rPr>
              <a:t>Business logic never lives in a route: churn_service.py holds plain functions taking a Session and returning a dict — the exact shape Phase 8 needed to turn endpoints into Claude tools with zero duplicated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4 — REACT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Five tabs, one shared fetch pattern, no router needed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9260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Tab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Calls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What it shows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Churn Summary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 /churn/summary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KPI cards + churn-rate bar per contract type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Customer Search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 /customers/{id}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Profile card, red/green by churn status, graceful not-found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High-Risk Customers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GET /customers/high-risk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Sortable table, Load More paging, formatted currency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Churn Prediction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POST /predict-churn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4-field form → colour-coded risk bar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Retention Assistant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POST /assistant/chat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Chat UI — every reply shows which tools produced it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75488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C7E87"/>
                </a:solidFill>
                <a:latin typeface="Segoe UI"/>
              </a:rPr>
              <a:t>Built with Vite + React 19. Navigation is one activeTab state variable in App.jsx — deliberately no React Router.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5 — DATA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A repeatable, quality-gated, now-orchestrated pipeline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241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What it proves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Ingestion (dataengineer/ingestion.py)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detect → validate schema (21 expected columns) → load → log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Cleaning &amp; curation (build_curated.py)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Reuses CustomerCleaner, builds dim/fact tables + the high-risk view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Feature build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Same 6 engineered features from Phase 1, written to customer_ml_features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PySpark cross-check (de5.ipynb)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Same churn-rate aggregations on a second engine, written to Parquet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Incremental load (de6.ipynb)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Upsert logic — re-running doesn't duplicate customers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Quality gate (build_curated.quality_report)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Programmatic PASS/FAIL checks; raises to block downstream tasks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Orchestration (dags/customer_pipeline_dag.py)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Airflow DAG: ingest → validate → clean → score → daily brief → notify, @daily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6928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C7E87"/>
                </a:solidFill>
                <a:latin typeface="Segoe UI"/>
              </a:rPr>
              <a:t>The DAG wires in Phase 8's daily brief as its own scheduled task — pipeline and AI layer share one schedule.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6 —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A trained, explainable, batch-scored 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Problem framing: </a:t>
            </a:r>
            <a:r>
              <a:rPr sz="1450">
                <a:solidFill>
                  <a:srgbClr val="AABAC2"/>
                </a:solidFill>
                <a:latin typeface="Segoe UI"/>
              </a:rPr>
              <a:t>drop customer_id (identifier, not signal), one-hot encode contract_type and internet_service, evaluate on F1 for the churned class (≈0.57–0.58) — never raw accuracy, since predicting “No” for everyone scores ~73% and is useless.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Two models trained &amp; saved: </a:t>
            </a:r>
            <a:r>
              <a:rPr sz="1450">
                <a:solidFill>
                  <a:srgbClr val="AABAC2"/>
                </a:solidFill>
                <a:latin typeface="Segoe UI"/>
              </a:rPr>
              <a:t>logistic_churn.pkl and tree_churn.pkl, plus feature_columns.json recording the exact training column order.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train.py: </a:t>
            </a:r>
            <a:r>
              <a:rPr sz="1450">
                <a:solidFill>
                  <a:srgbClr val="AABAC2"/>
                </a:solidFill>
                <a:latin typeface="Segoe UI"/>
              </a:rPr>
              <a:t>runnable standalone from a cold terminal — persists the real feature list to models/feature_columns.json so predict.py never has to guess it.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predict.py: </a:t>
            </a:r>
            <a:r>
              <a:rPr sz="1450">
                <a:solidFill>
                  <a:srgbClr val="AABAC2"/>
                </a:solidFill>
                <a:latin typeface="Segoe UI"/>
              </a:rPr>
              <a:t>loads the model once, builds a one-row feature vector, supports both an exact prediction (real customer_id) and a hypothetical what-if (four inputs + defaulted assumptions).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batch_score.py: </a:t>
            </a:r>
            <a:r>
              <a:rPr sz="1450">
                <a:solidFill>
                  <a:srgbClr val="AABAC2"/>
                </a:solidFill>
                <a:latin typeface="Segoe UI"/>
              </a:rPr>
              <a:t>applies predict_churn() to every row of customer_ml_features.csv, writes customer_risk_table.csv and dated snapshots to ml/risk_history/ for the daily brief to diff.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7 — LAB CL1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Claude audits the code — and finds a real bug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The defect: </a:t>
            </a:r>
            <a:r>
              <a:rPr sz="1450">
                <a:solidFill>
                  <a:srgbClr val="AABAC2"/>
                </a:solidFill>
                <a:latin typeface="Segoe UI"/>
              </a:rPr>
              <a:t>predict.py only ever set 4 of the model's real inputs from the request — every other trained feature (total_charges, high_charge_flag, is_long_term_customer, has_streaming_bundle, auto_pay_flag, internet_service dummies) silently stayed at 0.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audit_defect.py: </a:t>
            </a:r>
            <a:r>
              <a:rPr sz="1450">
                <a:solidFill>
                  <a:srgbClr val="AABAC2"/>
                </a:solidFill>
                <a:latin typeface="Segoe UI"/>
              </a:rPr>
              <a:t>pastes train.py + predict.py into one Claude request, forces a structured findings list via tool_choice — never free-text prose.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Scoped correctly: </a:t>
            </a:r>
            <a:r>
              <a:rPr sz="1450">
                <a:solidFill>
                  <a:srgbClr val="AABAC2"/>
                </a:solidFill>
                <a:latin typeface="Segoe UI"/>
              </a:rPr>
              <a:t>findings explicitly mark this an inference-time bug — is_training_problem is forced false, so the fix is never “just retrain.”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The fix: </a:t>
            </a:r>
            <a:r>
              <a:rPr sz="1450">
                <a:solidFill>
                  <a:srgbClr val="AABAC2"/>
                </a:solidFill>
                <a:latin typeface="Segoe UI"/>
              </a:rPr>
              <a:t>predict.py now reads the real feature list from feature_columns.json and computes every engineered feature from the actual request, instead of guessing.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Proof, not a claim: </a:t>
            </a:r>
            <a:r>
              <a:rPr sz="1450">
                <a:solidFill>
                  <a:srgbClr val="AABAC2"/>
                </a:solidFill>
                <a:latin typeface="Segoe UI"/>
              </a:rPr>
              <a:t>before/after predictions re-run and committed separately (docs/cl1_before_after.md).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20240"/>
            <a:ext cx="3840480" cy="173736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1100" b="1">
                <a:solidFill>
                  <a:srgbClr val="6C7E87"/>
                </a:solidFill>
                <a:latin typeface="Consolas"/>
              </a:rPr>
              <a:t>BEFORE THE FIX</a:t>
            </a:r>
          </a:p>
          <a:p>
            <a:r>
              <a:rPr sz="3400" b="1">
                <a:solidFill>
                  <a:srgbClr val="AABAC2"/>
                </a:solidFill>
                <a:latin typeface="Segoe UI Semibold"/>
              </a:rPr>
              <a:t>45.8%</a:t>
            </a:r>
          </a:p>
          <a:p>
            <a:r>
              <a:rPr sz="1300">
                <a:solidFill>
                  <a:srgbClr val="EEF3F5"/>
                </a:solidFill>
                <a:latin typeface="Segoe UI"/>
              </a:rPr>
              <a:t>“Unlikely to churn”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840480"/>
            <a:ext cx="3840480" cy="173736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 w="15875">
            <a:solidFill>
              <a:srgbClr val="33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1100" b="1">
                <a:solidFill>
                  <a:srgbClr val="33D6C6"/>
                </a:solidFill>
                <a:latin typeface="Consolas"/>
              </a:rPr>
              <a:t>AFTER THE FIX</a:t>
            </a:r>
          </a:p>
          <a:p>
            <a:r>
              <a:rPr sz="3400" b="1">
                <a:solidFill>
                  <a:srgbClr val="FF8A5C"/>
                </a:solidFill>
                <a:latin typeface="Segoe UI Semibold"/>
              </a:rPr>
              <a:t>56.5%</a:t>
            </a:r>
          </a:p>
          <a:p>
            <a:r>
              <a:rPr sz="1300">
                <a:solidFill>
                  <a:srgbClr val="EEF3F5"/>
                </a:solidFill>
                <a:latin typeface="Segoe UI"/>
              </a:rPr>
              <a:t>“Likely to churn”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7150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C7E87"/>
                </a:solidFill>
                <a:latin typeface="Segoe UI"/>
              </a:rPr>
              <a:t>Same customer, same code path — the corrected feature vector changes the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7 — LAB CL2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Memory, versioned prompts, and a security checklist — in code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project_context.py: </a:t>
            </a:r>
            <a:r>
              <a:rPr sz="1450">
                <a:solidFill>
                  <a:srgbClr val="AABAC2"/>
                </a:solidFill>
                <a:latin typeface="Segoe UI"/>
              </a:rPr>
              <a:t>under 200 lines of durable facts (dataset quirks, engineered features, table names, ground rules) prepended to every system prompt — no script re-explains the project from scratch, and none can drift from another's explanation.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prompts/*.txt + load_template(): </a:t>
            </a:r>
            <a:r>
              <a:rPr sz="1450">
                <a:solidFill>
                  <a:srgbClr val="AABAC2"/>
                </a:solidFill>
                <a:latin typeface="Segoe UI"/>
              </a:rPr>
              <a:t>three versioned templates — profile the dataset, scaffold an endpoint, review code for security — prompt text is never inlined in a script.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>
                <a:solidFill>
                  <a:srgbClr val="AABAC2"/>
                </a:solidFill>
                <a:latin typeface="Segoe UI"/>
              </a:rPr>
              <a:t>Security checklist, enforced by code (security/guard.py):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  1. </a:t>
            </a:r>
            <a:r>
              <a:rPr sz="1450">
                <a:solidFill>
                  <a:srgbClr val="AABAC2"/>
                </a:solidFill>
                <a:latin typeface="Segoe UI"/>
              </a:rPr>
              <a:t>assert_no_secrets() — refuses to send a prompt containing a real .env secret value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  2. </a:t>
            </a:r>
            <a:r>
              <a:rPr sz="1450">
                <a:solidFill>
                  <a:srgbClr val="AABAC2"/>
                </a:solidFill>
                <a:latin typeface="Segoe UI"/>
              </a:rPr>
              <a:t>validate_tool_args() — every tool call's arguments checked against its own JSON Schema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  3. </a:t>
            </a:r>
            <a:r>
              <a:rPr sz="1450">
                <a:solidFill>
                  <a:srgbClr val="AABAC2"/>
                </a:solidFill>
                <a:latin typeface="Segoe UI"/>
              </a:rPr>
              <a:t>execute_tool() whitelists exactly which fields reach churn_service.py per tool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  4. </a:t>
            </a:r>
            <a:r>
              <a:rPr sz="1450">
                <a:solidFill>
                  <a:srgbClr val="AABAC2"/>
                </a:solidFill>
                <a:latin typeface="Segoe UI"/>
              </a:rPr>
              <a:t>cap_history() + config.ASSISTANT_MAX_* — one shared place for every token/turn limit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Proven, not assumed: </a:t>
            </a:r>
            <a:r>
              <a:rPr sz="1450">
                <a:solidFill>
                  <a:srgbClr val="AABAC2"/>
                </a:solidFill>
                <a:latin typeface="Segoe UI"/>
              </a:rPr>
              <a:t>the lab deliberately tries to leak a .env value through a template and confirms the guard blocks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8 — LAB AI1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The first Claude call from the backend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api/assistant.py: </a:t>
            </a:r>
            <a:r>
              <a:rPr sz="1450">
                <a:solidFill>
                  <a:srgbClr val="AABAC2"/>
                </a:solidFill>
                <a:latin typeface="Segoe UI"/>
              </a:rPr>
              <a:t>one Anthropic() client built once at module level — not re-created per request.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Honest system prompt: </a:t>
            </a:r>
            <a:r>
              <a:rPr sz="1450">
                <a:solidFill>
                  <a:srgbClr val="AABAC2"/>
                </a:solidFill>
                <a:latin typeface="Segoe UI"/>
              </a:rPr>
              <a:t>states the business facts plainly (telecom operator, ~7,043 customers, 26.5% baseline churn) plus one hard rule — never invent customer data.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Model choice, documented: </a:t>
            </a:r>
            <a:r>
              <a:rPr sz="1450">
                <a:solidFill>
                  <a:srgbClr val="AABAC2"/>
                </a:solidFill>
                <a:latin typeface="Segoe UI"/>
              </a:rPr>
              <a:t>claude-sonnet-5 for the tool-calling assistant and code review (ANTHROPIC_MODEL_STRONG); claude-haiku-4-5 as the cheaper default for lighter tasks.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Thinking on/off: </a:t>
            </a:r>
            <a:r>
              <a:rPr sz="1450">
                <a:solidFill>
                  <a:srgbClr val="AABAC2"/>
                </a:solidFill>
                <a:latin typeface="Segoe UI"/>
              </a:rPr>
              <a:t>chat() accepts use_thinking, adding a 4096-token thinking budget when a harder question calls for visible reasoning.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Prompt caching, measured: </a:t>
            </a:r>
            <a:r>
              <a:rPr sz="1450">
                <a:solidFill>
                  <a:srgbClr val="AABAC2"/>
                </a:solidFill>
                <a:latin typeface="Segoe UI"/>
              </a:rPr>
              <a:t>the system prompt is marked cache_control: ephemeral, and every response's cache-read / cache-write token counts are captured to compute a real cost-per-1,000-requests figure.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8 — LAB AI2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Claude's own APIs, given back to it as tools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Tool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33D6C6"/>
                          </a:solidFill>
                          <a:latin typeface="Consolas"/>
                        </a:rPr>
                        <a:t>What it calls</a:t>
                      </a:r>
                    </a:p>
                  </a:txBody>
                  <a:tcPr marT="45720" marB="45720">
                    <a:solidFill>
                      <a:srgbClr val="1822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get_customer_profile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churn_service lookup by customer_id — reports “not found” honestly, never invents a profile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get_churn_summary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Company-wide KPIs — for any trend/rate/segment question, never estimated from memory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get_high_risk_customers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Rule-based v_high_risk_customers list, capped at a small limit, each with a risk_reason</a:t>
                      </a:r>
                    </a:p>
                  </a:txBody>
                  <a:tcPr marT="36576" marB="36576">
                    <a:solidFill>
                      <a:srgbClr val="0B0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EF3F5"/>
                          </a:solidFill>
                          <a:latin typeface="Segoe UI"/>
                        </a:rPr>
                        <a:t>predict_churn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AABAC2"/>
                          </a:solidFill>
                          <a:latin typeface="Segoe UI"/>
                        </a:rPr>
                        <a:t>Exact (real customer_id) or hypothetical (4 inputs) — hypothetical mode must surface its assumptions</a:t>
                      </a:r>
                    </a:p>
                  </a:txBody>
                  <a:tcPr marT="36576" marB="36576">
                    <a:solidFill>
                      <a:srgbClr val="121A2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29768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C7E87"/>
                </a:solidFill>
                <a:latin typeface="Segoe UI"/>
              </a:rPr>
              <a:t>One dispatch point, execute_tool(name, args): validates arguments against the tool's own schema, then calls straight into the SAME churn_service.py functions the React dashboard uses — zero duplicated business logic. The request loop calls Claude, executes every requested tool, sends results back, and repeats, capped at ASSISTANT_MAX_TOOL_ITERATIONS.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8 — LAB AI3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Shipped in the UI — with visible guardrails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A 5th dashboard tab: </a:t>
            </a:r>
            <a:r>
              <a:rPr sz="1450">
                <a:solidFill>
                  <a:srgbClr val="AABAC2"/>
                </a:solidFill>
                <a:latin typeface="Segoe UI"/>
              </a:rPr>
              <a:t>AssistantChat.jsx — message list, input box, starter questions, retry-on-error.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Traceable answers: </a:t>
            </a:r>
            <a:r>
              <a:rPr sz="1450">
                <a:solidFill>
                  <a:srgbClr val="AABAC2"/>
                </a:solidFill>
                <a:latin typeface="Segoe UI"/>
              </a:rPr>
              <a:t>every reply shows which tools produced it, so a support agent can trace any number back to a real query — the tool_calls trail returned by chat().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Guardrails in the system prompt: </a:t>
            </a:r>
            <a:r>
              <a:rPr sz="1450">
                <a:solidFill>
                  <a:srgbClr val="AABAC2"/>
                </a:solidFill>
                <a:latin typeface="Segoe UI"/>
              </a:rPr>
              <a:t>never state a number that didn't come from a tool call; cap any customer list at a small size; never speculate about a churn cause a tool result doesn't support.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Bounded conversation: </a:t>
            </a:r>
            <a:r>
              <a:rPr sz="1450">
                <a:solidFill>
                  <a:srgbClr val="AABAC2"/>
                </a:solidFill>
                <a:latin typeface="Segoe UI"/>
              </a:rPr>
              <a:t>only the last 8 turns are sent with each request (MAX_HISTORY_TURNS in the UI, matched by config.ASSISTANT_MAX_HISTORY_TURNS on the backend) — cost and context stay predictable no matter how long the chat runs.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Stress-tested on purpose: </a:t>
            </a:r>
            <a:r>
              <a:rPr sz="1450">
                <a:solidFill>
                  <a:srgbClr val="AABAC2"/>
                </a:solidFill>
                <a:latin typeface="Segoe UI"/>
              </a:rPr>
              <a:t>tricky asks like “list every customer” or “why did they churn” — a causal claim no tool can support — are exactly what Lab AI5's evaluation set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8 — LAB AI4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Headless Claude: no chat UI at all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82880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94F5EA"/>
                </a:solidFill>
                <a:latin typeface="Consolas"/>
              </a:rPr>
              <a:t>Daily Brief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pipeline/daily_brief.py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1. Diff today's vs. yesterday's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risk_history snapshot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2. Aggregate by contract segment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(avg risk, likely-to-churn count)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3. Send ONLY the aggregated deltas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to Claude -- never raw rows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4. tool_choice forces one fixed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shape: headline, movements,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recommended_actions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Wired as its own task in the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Airflow DAG, after batch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94F5EA"/>
                </a:solidFill>
                <a:latin typeface="Consolas"/>
              </a:rPr>
              <a:t>CI Code Review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ci/review_diff.py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git diff HEAD~1 | python \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ci/review_diff.py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1. Reads a diff from stdin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2. Forces structured findings via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tool_choice (file, issue,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severity) -- never free prose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3. Empty diff -&gt; no findings,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   never invents an issue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4. Exits non-zero on a real defect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Wired into .githooks/pre-push --</a:t>
            </a:r>
          </a:p>
          <a:p>
            <a:pPr>
              <a:lnSpc>
                <a:spcPct val="115000"/>
              </a:lnSpc>
            </a:pPr>
            <a:r>
              <a:rPr sz="1250">
                <a:solidFill>
                  <a:srgbClr val="AABAC2"/>
                </a:solidFill>
                <a:latin typeface="Consolas"/>
              </a:rPr>
              <a:t>runs automatically before push.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PHASE 8 — LAB AI5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Evaluated, cost-compared, and hardened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15 hand-written questions, </a:t>
            </a:r>
            <a:r>
              <a:rPr sz="1450">
                <a:solidFill>
                  <a:srgbClr val="AABAC2"/>
                </a:solidFill>
                <a:latin typeface="Segoe UI"/>
              </a:rPr>
              <a:t>eval/questions.json — 5 single-tool, 5 multi-tool, 5 genuinely unanswerable.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Three scored rates: </a:t>
            </a:r>
            <a:r>
              <a:rPr sz="1450">
                <a:solidFill>
                  <a:srgbClr val="AABAC2"/>
                </a:solidFill>
                <a:latin typeface="Segoe UI"/>
              </a:rPr>
              <a:t>factual accuracy (every number traces to a real tool result), correct tool selection, correct refusal on the unanswerable group.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--compare-models: </a:t>
            </a:r>
            <a:r>
              <a:rPr sz="1450">
                <a:solidFill>
                  <a:srgbClr val="AABAC2"/>
                </a:solidFill>
                <a:latin typeface="Segoe UI"/>
              </a:rPr>
              <a:t>runs the full set on both claude-haiku-4-5 and claude-sonnet-5 to justify a production model choice on quality vs. cost, not guesswork.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Hardening, all in code: </a:t>
            </a:r>
            <a:r>
              <a:rPr sz="1450">
                <a:solidFill>
                  <a:srgbClr val="AABAC2"/>
                </a:solidFill>
                <a:latin typeface="Segoe UI"/>
              </a:rPr>
              <a:t>response/history length limits, a tool-loop iteration cap, retry-with-backoff on rate-limit/overload errors, schema-validated tool arguments, a full audit log (audit_log.py — question, tools, tokens, per turn).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docs/LIMITATIONS.md: </a:t>
            </a:r>
            <a:r>
              <a:rPr sz="1450">
                <a:solidFill>
                  <a:srgbClr val="AABAC2"/>
                </a:solidFill>
                <a:latin typeface="Segoe UI"/>
              </a:rPr>
              <a:t>written honestly — what the assistant genuinely cannot know (why customers really leave, anything about the future or competitors) and what it should never be used for (any individual employment/credit/insurance decision).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CROSS-CUTTING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Security &amp; guardrails, enforced in code everywhere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2307" y="178308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/>
          <a:lstStyle/>
          <a:p>
            <a:pPr algn="ctr"/>
            <a:r>
              <a:rPr sz="1450" b="1">
                <a:solidFill>
                  <a:srgbClr val="94F5EA"/>
                </a:solidFill>
                <a:latin typeface="Segoe UI Semibold"/>
              </a:rPr>
              <a:t>No secrets in prompts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BAC2"/>
                </a:solidFill>
                <a:latin typeface="Segoe UI"/>
              </a:rPr>
              <a:t>assert_no_secrets() checks every outbound prompt against the live .env values (API keys, DB password) — not their names, their actual current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178308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/>
          <a:lstStyle/>
          <a:p>
            <a:pPr algn="ctr"/>
            <a:r>
              <a:rPr sz="1450" b="1">
                <a:solidFill>
                  <a:srgbClr val="94F5EA"/>
                </a:solidFill>
                <a:latin typeface="Segoe UI Semibold"/>
              </a:rPr>
              <a:t>Schema-validated tool calls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BAC2"/>
                </a:solidFill>
                <a:latin typeface="Segoe UI"/>
              </a:rPr>
              <a:t>validate_tool_args() runs jsonschema against each tool's own input_schema before anything touches churn_service.py.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8947" y="178308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/>
          <a:lstStyle/>
          <a:p>
            <a:pPr algn="ctr"/>
            <a:r>
              <a:rPr sz="1450" b="1">
                <a:solidFill>
                  <a:srgbClr val="94F5EA"/>
                </a:solidFill>
                <a:latin typeface="Segoe UI Semibold"/>
              </a:rPr>
              <a:t>Bounded everything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BAC2"/>
                </a:solidFill>
                <a:latin typeface="Segoe UI"/>
              </a:rPr>
              <a:t>History turns, response tokens, tool iterations, and list sizes are each a single config.ASSISTANT_MAX_* constant — one place to change, everywhere enforced.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307" y="41148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/>
          <a:lstStyle/>
          <a:p>
            <a:pPr algn="ctr"/>
            <a:r>
              <a:rPr sz="1450" b="1">
                <a:solidFill>
                  <a:srgbClr val="94F5EA"/>
                </a:solidFill>
                <a:latin typeface="Segoe UI Semibold"/>
              </a:rPr>
              <a:t>Full audit trail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BAC2"/>
                </a:solidFill>
                <a:latin typeface="Segoe UI"/>
              </a:rPr>
              <a:t>audit_log.py records every assistant turn: the question, every tool call and result, token usage, iteration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41148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/>
          <a:lstStyle/>
          <a:p>
            <a:pPr algn="ctr"/>
            <a:r>
              <a:rPr sz="1450" b="1">
                <a:solidFill>
                  <a:srgbClr val="94F5EA"/>
                </a:solidFill>
                <a:latin typeface="Segoe UI Semibold"/>
              </a:rPr>
              <a:t>Config over hardcoding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BAC2"/>
                </a:solidFill>
                <a:latin typeface="Segoe UI"/>
              </a:rPr>
              <a:t>config.py loads DB credentials, the API key, and the Anthropic key from .env with no working fallback for secrets — anthropic_client() fails loudly if ANTHROPIC_API_KEY is missing.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8947" y="411480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121A22"/>
          </a:solidFill>
          <a:ln w="12700">
            <a:solidFill>
              <a:srgbClr val="243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37160"/>
          <a:lstStyle/>
          <a:p>
            <a:pPr algn="ctr"/>
            <a:r>
              <a:rPr sz="1450" b="1">
                <a:solidFill>
                  <a:srgbClr val="94F5EA"/>
                </a:solidFill>
                <a:latin typeface="Segoe UI Semibold"/>
              </a:rPr>
              <a:t>Graceful tool failures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AABAC2"/>
                </a:solidFill>
                <a:latin typeface="Segoe UI"/>
              </a:rPr>
              <a:t>execute_tool() never raises out to the caller — bad args, an unknown customer, or a real exception all come back as {"error": ...} so the loop can hand it to Claude instead of crashing.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5E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5ED68A"/>
                </a:solidFill>
                <a:latin typeface="Consolas"/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One Airflow DAG, run @daily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" y="3108960"/>
            <a:ext cx="10180015" cy="0"/>
          </a:xfrm>
          <a:prstGeom prst="line">
            <a:avLst/>
          </a:prstGeom>
          <a:ln w="254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3017520"/>
            <a:ext cx="182880" cy="182880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33375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EF3F5"/>
                </a:solidFill>
                <a:latin typeface="Segoe UI"/>
              </a:rPr>
              <a:t>ingest</a:t>
            </a:r>
          </a:p>
        </p:txBody>
      </p:sp>
      <p:sp>
        <p:nvSpPr>
          <p:cNvPr id="10" name="Oval 9"/>
          <p:cNvSpPr/>
          <p:nvPr/>
        </p:nvSpPr>
        <p:spPr>
          <a:xfrm>
            <a:off x="2950403" y="3017520"/>
            <a:ext cx="182880" cy="182880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3163" y="33375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EF3F5"/>
                </a:solidFill>
                <a:latin typeface="Segoe UI"/>
              </a:rPr>
              <a:t>validate_
quality</a:t>
            </a:r>
          </a:p>
        </p:txBody>
      </p:sp>
      <p:sp>
        <p:nvSpPr>
          <p:cNvPr id="12" name="Oval 11"/>
          <p:cNvSpPr/>
          <p:nvPr/>
        </p:nvSpPr>
        <p:spPr>
          <a:xfrm>
            <a:off x="4986406" y="3017520"/>
            <a:ext cx="182880" cy="182880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9166" y="33375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EF3F5"/>
                </a:solidFill>
                <a:latin typeface="Segoe UI"/>
              </a:rPr>
              <a:t>clean_and_
build_curated</a:t>
            </a:r>
          </a:p>
        </p:txBody>
      </p:sp>
      <p:sp>
        <p:nvSpPr>
          <p:cNvPr id="14" name="Oval 13"/>
          <p:cNvSpPr/>
          <p:nvPr/>
        </p:nvSpPr>
        <p:spPr>
          <a:xfrm>
            <a:off x="7022409" y="3017520"/>
            <a:ext cx="182880" cy="182880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169" y="33375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EF3F5"/>
                </a:solidFill>
                <a:latin typeface="Segoe UI"/>
              </a:rPr>
              <a:t>build_features_
and_score</a:t>
            </a:r>
          </a:p>
        </p:txBody>
      </p:sp>
      <p:sp>
        <p:nvSpPr>
          <p:cNvPr id="16" name="Oval 15"/>
          <p:cNvSpPr/>
          <p:nvPr/>
        </p:nvSpPr>
        <p:spPr>
          <a:xfrm>
            <a:off x="9058412" y="3017520"/>
            <a:ext cx="182880" cy="182880"/>
          </a:xfrm>
          <a:prstGeom prst="ellipse">
            <a:avLst/>
          </a:prstGeom>
          <a:solidFill>
            <a:srgbClr val="FF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1172" y="33375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EF3F5"/>
                </a:solidFill>
                <a:latin typeface="Segoe UI Semibold"/>
              </a:rPr>
              <a:t>daily_
brief</a:t>
            </a:r>
          </a:p>
        </p:txBody>
      </p:sp>
      <p:sp>
        <p:nvSpPr>
          <p:cNvPr id="18" name="Oval 17"/>
          <p:cNvSpPr/>
          <p:nvPr/>
        </p:nvSpPr>
        <p:spPr>
          <a:xfrm>
            <a:off x="11094415" y="3017520"/>
            <a:ext cx="182880" cy="182880"/>
          </a:xfrm>
          <a:prstGeom prst="ellipse">
            <a:avLst/>
          </a:prstGeom>
          <a:solidFill>
            <a:srgbClr val="3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17175" y="33375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EF3F5"/>
                </a:solidFill>
                <a:latin typeface="Segoe UI"/>
              </a:rP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98142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C7E87"/>
                </a:solidFill>
                <a:latin typeface="Segoe UI"/>
              </a:rPr>
              <a:t>dags/customer_pipeline_dag.py — correct, runnable Airflow code (not a mock). The daily_brief task is Lab AI4's headless Claude call, scheduled right after batch scoring.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83480"/>
            <a:ext cx="98142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C7E87"/>
                </a:solidFill>
                <a:latin typeface="Segoe UI"/>
              </a:rPr>
              <a:t>quality_report() raises on failure — a bad load blocks every downstream task, it never silently continues.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Technology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Language &amp; core: </a:t>
            </a:r>
            <a:r>
              <a:rPr sz="1500">
                <a:solidFill>
                  <a:srgbClr val="AABAC2"/>
                </a:solidFill>
                <a:latin typeface="Segoe UI"/>
              </a:rPr>
              <a:t>Python 3.12, pandas, SQLAlchemy 2.x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Database: </a:t>
            </a:r>
            <a:r>
              <a:rPr sz="1500">
                <a:solidFill>
                  <a:srgbClr val="AABAC2"/>
                </a:solidFill>
                <a:latin typeface="Segoe UI"/>
              </a:rPr>
              <a:t>MySQL ("proj" schema), pymysql driver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API: </a:t>
            </a:r>
            <a:r>
              <a:rPr sz="1500">
                <a:solidFill>
                  <a:srgbClr val="AABAC2"/>
                </a:solidFill>
                <a:latin typeface="Segoe UI"/>
              </a:rPr>
              <a:t>FastAPI, Pydantic v2 field validators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Frontend: </a:t>
            </a:r>
            <a:r>
              <a:rPr sz="1500">
                <a:solidFill>
                  <a:srgbClr val="AABAC2"/>
                </a:solidFill>
                <a:latin typeface="Segoe UI"/>
              </a:rPr>
              <a:t>React 19, Vite, plain fetch — no router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ML: </a:t>
            </a:r>
            <a:r>
              <a:rPr sz="1500">
                <a:solidFill>
                  <a:srgbClr val="AABAC2"/>
                </a:solidFill>
                <a:latin typeface="Segoe UI"/>
              </a:rPr>
              <a:t>scikit-learn (Logistic Regression + Decision Tree), joblib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Data engineering: </a:t>
            </a:r>
            <a:r>
              <a:rPr sz="1500">
                <a:solidFill>
                  <a:srgbClr val="AABAC2"/>
                </a:solidFill>
                <a:latin typeface="Segoe UI"/>
              </a:rPr>
              <a:t>Jupyter notebooks, PySpark, Parquet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Orchestration: </a:t>
            </a:r>
            <a:r>
              <a:rPr sz="1500">
                <a:solidFill>
                  <a:srgbClr val="AABAC2"/>
                </a:solidFill>
                <a:latin typeface="Segoe UI"/>
              </a:rPr>
              <a:t>Apache Airflow (DAG, @daily schedule)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AI layer: </a:t>
            </a:r>
            <a:r>
              <a:rPr sz="1500">
                <a:solidFill>
                  <a:srgbClr val="AABAC2"/>
                </a:solidFill>
                <a:latin typeface="Segoe UI"/>
              </a:rPr>
              <a:t>Anthropic Claude API — tool use, thinking, prompt caching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3D6C6"/>
                </a:solidFill>
              </a:rPr>
              <a:t>▸  </a:t>
            </a:r>
            <a:r>
              <a:rPr sz="1500" b="1">
                <a:solidFill>
                  <a:srgbClr val="EEF3F5"/>
                </a:solidFill>
                <a:latin typeface="Segoe UI"/>
              </a:rPr>
              <a:t>Hardening: </a:t>
            </a:r>
            <a:r>
              <a:rPr sz="1500">
                <a:solidFill>
                  <a:srgbClr val="AABAC2"/>
                </a:solidFill>
                <a:latin typeface="Segoe UI"/>
              </a:rPr>
              <a:t>jsonschema validation, custom retry/backoff, audit logging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D6C6"/>
                </a:solidFill>
                <a:latin typeface="Consolas"/>
              </a:rPr>
              <a:t>HONEST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56471" y="457200"/>
            <a:ext cx="2112264" cy="310896"/>
          </a:xfrm>
          <a:prstGeom prst="roundRect">
            <a:avLst>
              <a:gd name="adj" fmla="val 50000"/>
            </a:avLst>
          </a:prstGeom>
          <a:solidFill>
            <a:srgbClr val="18222C"/>
          </a:solidFill>
          <a:ln w="12700">
            <a:solidFill>
              <a:srgbClr val="F2C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F2C24B"/>
                </a:solidFill>
                <a:latin typeface="Consolas"/>
              </a:rPr>
              <a:t>BUILT · 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EF3F5"/>
                </a:solidFill>
                <a:latin typeface="Segoe UI Semibold"/>
              </a:rPr>
              <a:t>What this system does not claim to 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481328"/>
            <a:ext cx="1054577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828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No causal explanations: </a:t>
            </a:r>
            <a:r>
              <a:rPr sz="1450">
                <a:solidFill>
                  <a:srgbClr val="AABAC2"/>
                </a:solidFill>
                <a:latin typeface="Segoe UI"/>
              </a:rPr>
              <a:t>there's no exit-interview or free-text feedback data — the assistant can state correlations a tool already encodes, never a true reason a specific customer left.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No forecasting: </a:t>
            </a:r>
            <a:r>
              <a:rPr sz="1450">
                <a:solidFill>
                  <a:srgbClr val="AABAC2"/>
                </a:solidFill>
                <a:latin typeface="Segoe UI"/>
              </a:rPr>
              <a:t>“what will churn look like next quarter” has no tool that can answer it truthfully — the assistant is instructed to refuse rather than extrapolate.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Single shared API key: </a:t>
            </a:r>
            <a:r>
              <a:rPr sz="1450">
                <a:solidFill>
                  <a:srgbClr val="AABAC2"/>
                </a:solidFill>
                <a:latin typeface="Segoe UI"/>
              </a:rPr>
              <a:t>validate_tool_args() checks argument shape, not caller authorization — there's no per-user permission model yet.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Orchestration is real but requires Airflow: </a:t>
            </a:r>
            <a:r>
              <a:rPr sz="1450">
                <a:solidFill>
                  <a:srgbClr val="AABAC2"/>
                </a:solidFill>
                <a:latin typeface="Segoe UI"/>
              </a:rPr>
              <a:t>the DAG is correct, runnable code, but exercising it for real means an actual Airflow install (`airflow db init`) pointed at this repo.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33D6C6"/>
                </a:solidFill>
              </a:rPr>
              <a:t>▸  </a:t>
            </a:r>
            <a:r>
              <a:rPr sz="1450" b="1">
                <a:solidFill>
                  <a:srgbClr val="EEF3F5"/>
                </a:solidFill>
                <a:latin typeface="Segoe UI"/>
              </a:rPr>
              <a:t>Evaluation is a grounding proxy: </a:t>
            </a:r>
            <a:r>
              <a:rPr sz="1450">
                <a:solidFill>
                  <a:srgbClr val="AABAC2"/>
                </a:solidFill>
                <a:latin typeface="Segoe UI"/>
              </a:rPr>
              <a:t>“factual accuracy” checks that numbers trace back to a real tool result, not full semantic correctness of the sentence around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8142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EEF3F5"/>
                </a:solidFill>
                <a:latin typeface="Segoe UI Semibold"/>
              </a:rPr>
              <a:t>One service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926080"/>
            <a:ext cx="8899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AABAC2"/>
                </a:solidFill>
                <a:latin typeface="Segoe UI"/>
              </a:rPr>
              <a:t>Every tab, every tool, every scheduled job calls the same churn_service.py functions.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3794760"/>
            <a:ext cx="3962095" cy="0"/>
          </a:xfrm>
          <a:prstGeom prst="line">
            <a:avLst/>
          </a:prstGeom>
          <a:ln w="12700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03120" y="4023360"/>
            <a:ext cx="79854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94F5EA"/>
                </a:solidFill>
                <a:latin typeface="Segoe UI"/>
              </a:rPr>
              <a:t>That discipline, paid for in Phase 3, is what made Phases 7 and 8 a schema-wrapping exercise — not a rewrite.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